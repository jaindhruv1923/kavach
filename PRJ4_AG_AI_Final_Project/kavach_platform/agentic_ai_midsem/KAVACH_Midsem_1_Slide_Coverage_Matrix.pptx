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369A1"/>
                </a:solidFill>
              </a:defRPr>
            </a:pPr>
            <a:r>
              <a:t>BML MUNJAL UNIVERSITY • SCHOOL OF ENGINEERING &amp; TECHNOLOGY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CSE3101: AGENTIC AI (CREDITS: 3, LDP: 2-0-2) • AY 2026–27 • 7TH SEMESTER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F172A"/>
                </a:solidFill>
              </a:defRPr>
            </a:pPr>
            <a:r>
              <a:t>KAVACH (कवच)</a:t>
            </a:r>
          </a:p>
          <a:p>
            <a:pPr>
              <a:defRPr b="1" sz="1700">
                <a:solidFill>
                  <a:srgbClr val="0284C7"/>
                </a:solidFill>
              </a:defRPr>
            </a:pPr>
            <a:r>
              <a:t>Security-Governed Multi-Agent AI DevOps &amp; Mission-Critical Banking Governance Platform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Mid-Term Comprehensive Capstone Evaluation (Phase-2 Progress vs Plan &amp; Rubrics C1-C10)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STUDENT PROJECT TEAM (PHASE-2)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Dhruv Jain (230532) — Lead Architect, FSM Orchestrator, MCP &amp; Banking Highway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Hemant Goyal — Pre-Execution Guardrails, Entropy Engine, PyPI Slopsquatting Firewall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Rajat Yadav — Observability Telemetry, Groq Whisper Voice STT, Live QA &amp;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FACULTY MENTORSHIP &amp; VERIFICATION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Dr. Soharab Hossain Shaikh (Associate Professor &amp; Course Coordinator, Cabin E2-81)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Mr. Pranshu Tiwari (Assistant Professor, Department of Computer Science &amp; Eng.)</a:t>
            </a:r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• Public Repository: https://github.com/jaindhruv1923/KAVACH (100% Passing Tests)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100% PRE-LLM ZERO EGRESS  |  0.017 ms GUARDRAIL LATENCY  |  142 REGISTERED API ENDPOINTS  |  100% TEST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KAVACH: Coverage of Project Till Now vs. Course Outcomes &amp; Evaluation Criteria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Mid-Term Comprehensive Audit Across Rubrics C1–C10 &amp; Course Outcomes CO1 (Agents), CO2 (Security/Privacy), CO3 (Multimodal/Tasks)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94415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914400"/>
                <a:gridCol w="2011680"/>
                <a:gridCol w="3017520"/>
                <a:gridCol w="1463040"/>
                <a:gridCol w="1036015"/>
              </a:tblGrid>
              <a:tr h="49045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Rubric / ID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Category / Syllabus Topic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Mapped CO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Planned Target Benchmark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Measured Implementation Reality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Verification Suite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C1 / CRS-01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Problem Definition &amp; Threat Model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USENIX 2025 Slopsquatting &amp; DPDP PII leakage model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Formally expanded to Banking Memo Injection (OWASP LLM01) &amp; DPDP Act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01_UPDATED_PROBLEM.md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C2 / CRS-02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Objectives &amp; Measurable Outcomes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CO2, 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Quantitative milestones aligned with CO1, CO2, 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142 endpoints, 0.017ms guardrail, 10-stage FSM, 300 test assertions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docs/METRICS.json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C3 / CRS-03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Agentic RAG &amp; Vector Embeddings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AST code chunking + dense vector similarity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Qdrant vector store with 384-d MiniLM embeddings; AST syntax chunker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test_rag.py (21/21)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C4 / CRS-04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Multi-Agent Orchestration &amp; FSM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Finite State Machine with sub-agent delegation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10-Stage FSM in orchestrator.py, stateful Crew Flows (@start, @listen)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test_kavach_100_suite.py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C5 / CRS-05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Google ADK 8-Hook Callbacks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Google ADK lifecycle states &amp; medical triage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Native Google ADK 8-hook callbacks (callbacks.py) + medical triage flow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test_adk_triage.py (17/17)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C6 / CRS-06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Progress vs Plan &amp; Slip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CO2, 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16-Week schedule audit with slip mitigations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100% Phase-2 milestones met; documented VRAM &amp; lock slip mitigations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02_UPDATED_PLAN.md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C7 / CRS-07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Technical Understanding &amp; Math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Formulations in entropy, graph theory, vectors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Shannon entropy H&gt;4.5, AST reachability closure B(v), Verhoeff checksum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secret_detector.py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C8 / CRS-08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Problem Solving &amp; Bounded ReAct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CO2, 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Autonomous self-healing without infinite loops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Subprocess pytest sandbox, 5.0s watchdog timer, bounded reflection N&lt;=3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focused_check.py (5/5)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C9 / CRS-09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Working Documentation &amp; SSOT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CO2, CO3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OpenAPI specs, single source of truth, reports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Master METRICS.json, Swagger docs at /docs, 86KB synopsis report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docs/METRICS.json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0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C10 / CRS-10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Team Responsibility &amp; Rotation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CO1, CO2, 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Systematic role rotation across project phases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RACIS matrix tracking Dhruv (Arch), Hemant (Security), Rajat (Telemetry)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TEAM_MATRIX.md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</a:defRPr>
                      </a:pPr>
                      <a:r>
                        <a:t>100% 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KAVACH: 3-Tier Enterprise Architecture &amp; Empirical Test Evidence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Verified End-to-End Pipeline Bridging AI DevOps Governance &amp; Mission-Critical Banking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TIER 1: PRE-EXECUTION SENTINEL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Sub-millisecond Regex &amp; Shannon Entropy (H &gt; 4.5)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Zero-Knowledge DPDP Act Tokenization Vault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Halts Prompt Injections (OWASP LLM01) before LLM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0.017 ms median latency | 100% Recall on Held-Out V2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Zero Cloud Token Egress on Policy Violation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369A1"/>
                </a:solidFill>
              </a:defRPr>
            </a:pPr>
            <a:r>
              <a:t>TIER 2: AGENTIC FSM &amp; AST GRAPH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10-Stage Finite State Machine Orchestrator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Qdrant Vector Retrieval with 384-d MiniLM Embeddings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AST Blast-Radius Graph calculating transitive closure B(v)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Real-Time PyPI Slopsquatting Registry Interceptor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Bounded ReAct Self-Healing Sandbox Loop (N &lt;= 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18872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F172A"/>
                </a:solidFill>
              </a:defRPr>
            </a:pPr>
            <a:r>
              <a:t>TIER 3: BHARAT BANKING HIGHWAY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Mounted at /bank with 15 Core Banking REST Endpoints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Distributed SAGA Orchestration with ACID Rollback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RBI-Mandated Time-Lock Escrow for transfers &gt; ₹50,000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Maker-Checker Dual Control (Four-Eyes Principle)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NIST SHA3-512 Merkle Audit DAG for Non-Repudiation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728655" cy="14630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16A34A"/>
                </a:solidFill>
              </a:defRPr>
            </a:pPr>
            <a:r>
              <a:t>LIVE EMPIRICAL VERIFICATION RESULTS (RECORDED OCTOBER 2026)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✓ 100 / 100 Passed: KAVACH Deterministic Security Suite (test_kavach_100_suite.py in 0.38s)</a:t>
            </a:r>
            <a:br/>
            <a:r>
              <a:t>✓ 107 / 107 Passed: Bharat Core Banking Highway Suite (test_banking_100_suite.py in 1.62s)</a:t>
            </a:r>
            <a:br/>
            <a:r>
              <a:t>✓ 11 / 11 Passed: Master Live E2E Integration Suite (live_e2e_integration_test.py in 4.0s)</a:t>
            </a:r>
            <a:br/>
            <a:r>
              <a:t>✓ 5 / 5 Passed: Focused Sandbox, Path Traversal &amp; Token Guards (focused_check.py in 4.1s)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